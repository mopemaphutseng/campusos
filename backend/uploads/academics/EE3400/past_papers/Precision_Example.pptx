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94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ZA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Z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4B586A-5D86-4410-B4B0-22C5107C6EB0}" type="datetimeFigureOut">
              <a:rPr lang="en-ZA" smtClean="0"/>
              <a:t>2013/08/29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2B6EE-D1C8-472A-A449-63C4CE8CD061}" type="slidenum">
              <a:rPr lang="en-ZA" smtClean="0"/>
              <a:t>‹#›</a:t>
            </a:fld>
            <a:endParaRPr lang="en-ZA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Z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Z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4B586A-5D86-4410-B4B0-22C5107C6EB0}" type="datetimeFigureOut">
              <a:rPr lang="en-ZA" smtClean="0"/>
              <a:t>2013/08/29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2B6EE-D1C8-472A-A449-63C4CE8CD061}" type="slidenum">
              <a:rPr lang="en-ZA" smtClean="0"/>
              <a:t>‹#›</a:t>
            </a:fld>
            <a:endParaRPr lang="en-ZA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Z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4B586A-5D86-4410-B4B0-22C5107C6EB0}" type="datetimeFigureOut">
              <a:rPr lang="en-ZA" smtClean="0"/>
              <a:t>2013/08/29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2B6EE-D1C8-472A-A449-63C4CE8CD061}" type="slidenum">
              <a:rPr lang="en-ZA" smtClean="0"/>
              <a:t>‹#›</a:t>
            </a:fld>
            <a:endParaRPr lang="en-ZA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ZA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ZA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ZA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4B586A-5D86-4410-B4B0-22C5107C6EB0}" type="datetimeFigureOut">
              <a:rPr lang="en-ZA" smtClean="0"/>
              <a:t>2013/08/29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2B6EE-D1C8-472A-A449-63C4CE8CD061}" type="slidenum">
              <a:rPr lang="en-ZA" smtClean="0"/>
              <a:t>‹#›</a:t>
            </a:fld>
            <a:endParaRPr lang="en-ZA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Z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ZA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ZA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4B586A-5D86-4410-B4B0-22C5107C6EB0}" type="datetimeFigureOut">
              <a:rPr lang="en-ZA" smtClean="0"/>
              <a:t>2013/08/29</a:t>
            </a:fld>
            <a:endParaRPr lang="en-Z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2B6EE-D1C8-472A-A449-63C4CE8CD061}" type="slidenum">
              <a:rPr lang="en-ZA" smtClean="0"/>
              <a:t>‹#›</a:t>
            </a:fld>
            <a:endParaRPr lang="en-ZA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4B586A-5D86-4410-B4B0-22C5107C6EB0}" type="datetimeFigureOut">
              <a:rPr lang="en-ZA" smtClean="0"/>
              <a:t>2013/08/29</a:t>
            </a:fld>
            <a:endParaRPr lang="en-Z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2B6EE-D1C8-472A-A449-63C4CE8CD061}" type="slidenum">
              <a:rPr lang="en-ZA" smtClean="0"/>
              <a:t>‹#›</a:t>
            </a:fld>
            <a:endParaRPr lang="en-ZA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4B586A-5D86-4410-B4B0-22C5107C6EB0}" type="datetimeFigureOut">
              <a:rPr lang="en-ZA" smtClean="0"/>
              <a:t>2013/08/29</a:t>
            </a:fld>
            <a:endParaRPr lang="en-Z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2B6EE-D1C8-472A-A449-63C4CE8CD061}" type="slidenum">
              <a:rPr lang="en-ZA" smtClean="0"/>
              <a:t>‹#›</a:t>
            </a:fld>
            <a:endParaRPr lang="en-ZA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Z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Z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4B586A-5D86-4410-B4B0-22C5107C6EB0}" type="datetimeFigureOut">
              <a:rPr lang="en-ZA" smtClean="0"/>
              <a:t>2013/08/29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2B6EE-D1C8-472A-A449-63C4CE8CD061}" type="slidenum">
              <a:rPr lang="en-ZA" smtClean="0"/>
              <a:t>‹#›</a:t>
            </a:fld>
            <a:endParaRPr lang="en-ZA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ZA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Z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4B586A-5D86-4410-B4B0-22C5107C6EB0}" type="datetimeFigureOut">
              <a:rPr lang="en-ZA" smtClean="0"/>
              <a:t>2013/08/29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2B6EE-D1C8-472A-A449-63C4CE8CD061}" type="slidenum">
              <a:rPr lang="en-ZA" smtClean="0"/>
              <a:t>‹#›</a:t>
            </a:fld>
            <a:endParaRPr lang="en-ZA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Z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Z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4B586A-5D86-4410-B4B0-22C5107C6EB0}" type="datetimeFigureOut">
              <a:rPr lang="en-ZA" smtClean="0"/>
              <a:t>2013/08/29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2B6EE-D1C8-472A-A449-63C4CE8CD061}" type="slidenum">
              <a:rPr lang="en-ZA" smtClean="0"/>
              <a:t>‹#›</a:t>
            </a:fld>
            <a:endParaRPr lang="en-ZA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Z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Z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4B586A-5D86-4410-B4B0-22C5107C6EB0}" type="datetimeFigureOut">
              <a:rPr lang="en-ZA" smtClean="0"/>
              <a:t>2013/08/29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2B6EE-D1C8-472A-A449-63C4CE8CD061}" type="slidenum">
              <a:rPr lang="en-ZA" smtClean="0"/>
              <a:t>‹#›</a:t>
            </a:fld>
            <a:endParaRPr lang="en-ZA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Z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Z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4B586A-5D86-4410-B4B0-22C5107C6EB0}" type="datetimeFigureOut">
              <a:rPr lang="en-ZA" smtClean="0"/>
              <a:t>2013/08/29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42B6EE-D1C8-472A-A449-63C4CE8CD061}" type="slidenum">
              <a:rPr lang="en-ZA" smtClean="0"/>
              <a:t>‹#›</a:t>
            </a:fld>
            <a:endParaRPr lang="en-ZA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 smtClean="0"/>
              <a:t>Precision</a:t>
            </a:r>
            <a:endParaRPr lang="en-ZA" dirty="0"/>
          </a:p>
        </p:txBody>
      </p:sp>
      <p:pic>
        <p:nvPicPr>
          <p:cNvPr id="1027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1988840"/>
            <a:ext cx="8229600" cy="41044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1</Words>
  <Application>Microsoft Office PowerPoint</Application>
  <PresentationFormat>On-screen Show (4:3)</PresentationFormat>
  <Paragraphs>1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Precision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Precision</dc:title>
  <dc:creator>user</dc:creator>
  <cp:lastModifiedBy>user</cp:lastModifiedBy>
  <cp:revision>2</cp:revision>
  <dcterms:created xsi:type="dcterms:W3CDTF">2013-08-29T08:36:16Z</dcterms:created>
  <dcterms:modified xsi:type="dcterms:W3CDTF">2013-08-29T08:56:29Z</dcterms:modified>
</cp:coreProperties>
</file>