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16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8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77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09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19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0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9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8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2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2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F744-2996-4A89-99A2-44005B3D48AC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15286-31C2-4707-87BB-4BDADBD46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0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REPORT AND PRESENTATION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NUL Smart Library System</a:t>
            </a:r>
          </a:p>
        </p:txBody>
      </p:sp>
    </p:spTree>
    <p:extLst>
      <p:ext uri="{BB962C8B-B14F-4D97-AF65-F5344CB8AC3E}">
        <p14:creationId xmlns:p14="http://schemas.microsoft.com/office/powerpoint/2010/main" val="1055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Project Title:</a:t>
            </a:r>
            <a:r>
              <a:rPr lang="en-US" dirty="0"/>
              <a:t> NUL Smart Library System</a:t>
            </a:r>
            <a:br>
              <a:rPr lang="en-US" dirty="0"/>
            </a:br>
            <a:r>
              <a:rPr lang="en-US" b="1" dirty="0"/>
              <a:t>Course:</a:t>
            </a:r>
            <a:r>
              <a:rPr lang="en-US" dirty="0"/>
              <a:t> Data Structures and Algorithms</a:t>
            </a:r>
            <a:br>
              <a:rPr lang="en-US" dirty="0"/>
            </a:br>
            <a:r>
              <a:rPr lang="en-US" b="1" dirty="0"/>
              <a:t>Institution:</a:t>
            </a:r>
            <a:r>
              <a:rPr lang="en-US" dirty="0"/>
              <a:t> National University of Lesotho</a:t>
            </a:r>
            <a:br>
              <a:rPr lang="en-US" dirty="0"/>
            </a:br>
            <a:r>
              <a:rPr lang="en-US" b="1" dirty="0"/>
              <a:t>Language Used:</a:t>
            </a:r>
            <a:r>
              <a:rPr lang="en-US" dirty="0"/>
              <a:t> C++</a:t>
            </a:r>
            <a:br>
              <a:rPr lang="en-US" dirty="0"/>
            </a:br>
            <a:r>
              <a:rPr lang="en-US" b="1" dirty="0"/>
              <a:t>Group members: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Mzwandile</a:t>
            </a:r>
            <a:r>
              <a:rPr lang="en-US" dirty="0"/>
              <a:t> </a:t>
            </a:r>
            <a:r>
              <a:rPr lang="en-US" dirty="0" err="1"/>
              <a:t>Hlapisi</a:t>
            </a:r>
            <a:r>
              <a:rPr lang="en-US" dirty="0"/>
              <a:t> 202321287</a:t>
            </a: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</a:t>
            </a:r>
            <a:r>
              <a:rPr lang="en-US" dirty="0"/>
              <a:t>    </a:t>
            </a:r>
            <a:r>
              <a:rPr lang="en-US" dirty="0" err="1"/>
              <a:t>Rearabetsoe</a:t>
            </a:r>
            <a:r>
              <a:rPr lang="en-US" dirty="0"/>
              <a:t> </a:t>
            </a:r>
            <a:r>
              <a:rPr lang="en-US" dirty="0" err="1"/>
              <a:t>Monyako</a:t>
            </a:r>
            <a:r>
              <a:rPr lang="en-US" dirty="0"/>
              <a:t> 202321246</a:t>
            </a: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</a:t>
            </a:r>
            <a:r>
              <a:rPr lang="en-US" dirty="0"/>
              <a:t>    </a:t>
            </a:r>
            <a:r>
              <a:rPr lang="en-US" dirty="0" err="1"/>
              <a:t>Teboho</a:t>
            </a:r>
            <a:r>
              <a:rPr lang="en-US" dirty="0"/>
              <a:t> </a:t>
            </a:r>
            <a:r>
              <a:rPr lang="en-US" dirty="0" err="1"/>
              <a:t>Montle</a:t>
            </a:r>
            <a:r>
              <a:rPr lang="en-US" dirty="0"/>
              <a:t> 202407866</a:t>
            </a: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</a:t>
            </a:r>
            <a:r>
              <a:rPr lang="en-US" dirty="0"/>
              <a:t>    </a:t>
            </a:r>
            <a:r>
              <a:rPr lang="en-US" dirty="0" err="1"/>
              <a:t>Kabelo</a:t>
            </a:r>
            <a:r>
              <a:rPr lang="en-US" dirty="0"/>
              <a:t> </a:t>
            </a:r>
            <a:r>
              <a:rPr lang="en-US" dirty="0" err="1"/>
              <a:t>Lekhanya</a:t>
            </a:r>
            <a:r>
              <a:rPr lang="en-US" dirty="0"/>
              <a:t> 202402333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Date:</a:t>
            </a:r>
            <a:r>
              <a:rPr lang="en-US" dirty="0"/>
              <a:t> 02/11/2025</a:t>
            </a:r>
          </a:p>
        </p:txBody>
      </p:sp>
    </p:spTree>
    <p:extLst>
      <p:ext uri="{BB962C8B-B14F-4D97-AF65-F5344CB8AC3E}">
        <p14:creationId xmlns:p14="http://schemas.microsoft.com/office/powerpoint/2010/main" val="376086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NUL Smart Library System is a console-based C++ application that manages book borrowing, returns, reservations, and catalog searches for a university library.</a:t>
            </a:r>
            <a:br>
              <a:rPr lang="en-US" dirty="0"/>
            </a:br>
            <a:r>
              <a:rPr lang="en-US" dirty="0"/>
              <a:t>It applies fundamental data structures and algorithms such as Binary Search Trees (BSTs), Hash</a:t>
            </a:r>
            <a:r>
              <a:rPr lang="en-US" b="1" dirty="0"/>
              <a:t> </a:t>
            </a:r>
            <a:r>
              <a:rPr lang="en-US" dirty="0"/>
              <a:t>Tables, Queues, and Linked Lists to simulate an efficient and organized digital library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161052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To design a simple library management system using core data structures.</a:t>
            </a:r>
          </a:p>
          <a:p>
            <a:pPr lvl="0"/>
            <a:r>
              <a:rPr lang="en-US" dirty="0"/>
              <a:t>To efficiently index, search, and retrieve book information.</a:t>
            </a:r>
          </a:p>
          <a:p>
            <a:pPr lvl="0"/>
            <a:r>
              <a:rPr lang="en-US" dirty="0"/>
              <a:t>To manage borrowing and returning processes.</a:t>
            </a:r>
          </a:p>
          <a:p>
            <a:pPr lvl="0"/>
            <a:r>
              <a:rPr lang="en-US" dirty="0"/>
              <a:t>To implement reservation and waitlist functionality.</a:t>
            </a:r>
          </a:p>
          <a:p>
            <a:r>
              <a:rPr lang="en-US" dirty="0"/>
              <a:t>To maintain a history of all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046135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System </a:t>
            </a:r>
            <a:r>
              <a:rPr lang="en-US" b="1" u="sng" dirty="0" smtClean="0"/>
              <a:t>Features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381173"/>
              </p:ext>
            </p:extLst>
          </p:nvPr>
        </p:nvGraphicFramePr>
        <p:xfrm>
          <a:off x="962526" y="1828799"/>
          <a:ext cx="10391275" cy="4283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3017">
                  <a:extLst>
                    <a:ext uri="{9D8B030D-6E8A-4147-A177-3AD203B41FA5}">
                      <a16:colId xmlns:a16="http://schemas.microsoft.com/office/drawing/2014/main" val="4138185920"/>
                    </a:ext>
                  </a:extLst>
                </a:gridCol>
                <a:gridCol w="3464129">
                  <a:extLst>
                    <a:ext uri="{9D8B030D-6E8A-4147-A177-3AD203B41FA5}">
                      <a16:colId xmlns:a16="http://schemas.microsoft.com/office/drawing/2014/main" val="667415843"/>
                    </a:ext>
                  </a:extLst>
                </a:gridCol>
                <a:gridCol w="3464129">
                  <a:extLst>
                    <a:ext uri="{9D8B030D-6E8A-4147-A177-3AD203B41FA5}">
                      <a16:colId xmlns:a16="http://schemas.microsoft.com/office/drawing/2014/main" val="3945476621"/>
                    </a:ext>
                  </a:extLst>
                </a:gridCol>
              </a:tblGrid>
              <a:tr h="4205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Feature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Structure Used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1874095"/>
                  </a:ext>
                </a:extLst>
              </a:tr>
              <a:tr h="8605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Book Catalog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Stores and organizes books alphabetically.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6856947"/>
                  </a:ext>
                </a:extLst>
              </a:tr>
              <a:tr h="4205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Fast Search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Quickly finds books by title.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Hash Table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8481255"/>
                  </a:ext>
                </a:extLst>
              </a:tr>
              <a:tr h="8605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Borrow/Return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Allows users to borrow or return books.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BST + Linked List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0759320"/>
                  </a:ext>
                </a:extLst>
              </a:tr>
              <a:tr h="8605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Reservations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Keeps track of users waiting for borrowed books.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Queue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4047780"/>
                  </a:ext>
                </a:extLst>
              </a:tr>
              <a:tr h="8605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Transaction Log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Records all borrow/return actions.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Linked List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932762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4445465" y="-286512"/>
            <a:ext cx="17689894" cy="896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8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System </a:t>
            </a:r>
            <a:r>
              <a:rPr lang="en-US" b="1" u="sng" dirty="0" smtClean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Main Components:</a:t>
            </a:r>
            <a:endParaRPr lang="en-US" sz="2400" dirty="0"/>
          </a:p>
          <a:p>
            <a:pPr lvl="0"/>
            <a:r>
              <a:rPr lang="en-US" b="1" dirty="0"/>
              <a:t>BST (Binary Search Tree):</a:t>
            </a:r>
            <a:endParaRPr lang="en-US" sz="2400" dirty="0"/>
          </a:p>
          <a:p>
            <a:pPr lvl="1"/>
            <a:r>
              <a:rPr lang="en-US" dirty="0"/>
              <a:t>Used for indexing and organizing books alphabetically by title.</a:t>
            </a:r>
            <a:endParaRPr lang="en-US" sz="2000" dirty="0"/>
          </a:p>
          <a:p>
            <a:pPr lvl="1"/>
            <a:r>
              <a:rPr lang="en-US" dirty="0"/>
              <a:t>Supports insertion, searching, and traversal.</a:t>
            </a:r>
            <a:endParaRPr lang="en-US" sz="2000" dirty="0"/>
          </a:p>
          <a:p>
            <a:pPr lvl="0"/>
            <a:r>
              <a:rPr lang="en-US" b="1" dirty="0"/>
              <a:t>Hash Table:</a:t>
            </a:r>
            <a:endParaRPr lang="en-US" sz="2400" dirty="0"/>
          </a:p>
          <a:p>
            <a:pPr lvl="1"/>
            <a:r>
              <a:rPr lang="en-US" dirty="0"/>
              <a:t>Provides quick lookup of books by title using a hash function.</a:t>
            </a:r>
            <a:endParaRPr lang="en-US" sz="2000" dirty="0"/>
          </a:p>
          <a:p>
            <a:pPr lvl="1"/>
            <a:r>
              <a:rPr lang="en-US" dirty="0"/>
              <a:t>Resolves collisions via chaining.</a:t>
            </a:r>
            <a:endParaRPr lang="en-US" sz="2000" dirty="0"/>
          </a:p>
          <a:p>
            <a:pPr lvl="0"/>
            <a:r>
              <a:rPr lang="en-US" b="1" dirty="0"/>
              <a:t>Queue:</a:t>
            </a:r>
            <a:endParaRPr lang="en-US" sz="2400" dirty="0"/>
          </a:p>
          <a:p>
            <a:pPr lvl="1"/>
            <a:r>
              <a:rPr lang="en-US" dirty="0"/>
              <a:t>Maintains waiting lists for books currently borrowed.</a:t>
            </a:r>
            <a:endParaRPr lang="en-US" sz="2000" dirty="0"/>
          </a:p>
          <a:p>
            <a:pPr lvl="1"/>
            <a:r>
              <a:rPr lang="en-US" dirty="0"/>
              <a:t>Operates on FIFO (First-In-First-Out) principle.</a:t>
            </a:r>
            <a:endParaRPr lang="en-US" sz="2000" dirty="0"/>
          </a:p>
          <a:p>
            <a:pPr lvl="0"/>
            <a:r>
              <a:rPr lang="en-US" b="1" dirty="0"/>
              <a:t>Linked List:</a:t>
            </a:r>
            <a:endParaRPr lang="en-US" sz="2400" dirty="0"/>
          </a:p>
          <a:p>
            <a:pPr lvl="1"/>
            <a:r>
              <a:rPr lang="en-US" dirty="0"/>
              <a:t>Used to maintain transaction history (borrowed/returned books).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5575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Implementation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Language:</a:t>
            </a:r>
            <a:r>
              <a:rPr lang="en-US" dirty="0"/>
              <a:t> C++</a:t>
            </a:r>
            <a:endParaRPr lang="en-US" sz="2400" dirty="0"/>
          </a:p>
          <a:p>
            <a:pPr lvl="0"/>
            <a:r>
              <a:rPr lang="en-US" b="1" dirty="0"/>
              <a:t>Input/Output:</a:t>
            </a:r>
            <a:r>
              <a:rPr lang="en-US" dirty="0"/>
              <a:t> Console-based interface</a:t>
            </a:r>
            <a:endParaRPr lang="en-US" sz="2400" dirty="0"/>
          </a:p>
          <a:p>
            <a:pPr lvl="0"/>
            <a:r>
              <a:rPr lang="en-US" b="1" dirty="0"/>
              <a:t>No STL vectors used</a:t>
            </a:r>
            <a:r>
              <a:rPr lang="en-US" dirty="0"/>
              <a:t> (all ADTs implemented manually)</a:t>
            </a:r>
            <a:endParaRPr lang="en-US" sz="2400" dirty="0"/>
          </a:p>
          <a:p>
            <a:pPr lvl="0"/>
            <a:r>
              <a:rPr lang="en-US" b="1" dirty="0"/>
              <a:t>Main Classes/Structures:</a:t>
            </a:r>
            <a:endParaRPr lang="en-US" sz="2400" dirty="0"/>
          </a:p>
          <a:p>
            <a:pPr lvl="1"/>
            <a:r>
              <a:rPr lang="en-US" sz="1600" dirty="0"/>
              <a:t>BST</a:t>
            </a:r>
            <a:r>
              <a:rPr lang="en-US" dirty="0"/>
              <a:t> → Book indexing</a:t>
            </a:r>
            <a:endParaRPr lang="en-US" sz="2000" dirty="0"/>
          </a:p>
          <a:p>
            <a:pPr lvl="1"/>
            <a:r>
              <a:rPr lang="en-US" sz="1600" dirty="0" err="1"/>
              <a:t>HashTable</a:t>
            </a:r>
            <a:r>
              <a:rPr lang="en-US" dirty="0"/>
              <a:t> → Fast lookups</a:t>
            </a:r>
            <a:endParaRPr lang="en-US" sz="2000" dirty="0"/>
          </a:p>
          <a:p>
            <a:pPr lvl="1"/>
            <a:r>
              <a:rPr lang="en-US" sz="1600" dirty="0"/>
              <a:t>Queue</a:t>
            </a:r>
            <a:r>
              <a:rPr lang="en-US" dirty="0"/>
              <a:t> → Waitlists</a:t>
            </a:r>
            <a:endParaRPr lang="en-US" sz="2000" dirty="0"/>
          </a:p>
          <a:p>
            <a:pPr lvl="1"/>
            <a:r>
              <a:rPr lang="en-US" sz="1600" dirty="0" err="1"/>
              <a:t>TransactionList</a:t>
            </a:r>
            <a:r>
              <a:rPr lang="en-US" dirty="0"/>
              <a:t> → Transaction history</a:t>
            </a:r>
            <a:endParaRPr lang="en-US" sz="2000" dirty="0"/>
          </a:p>
          <a:p>
            <a:pPr lvl="1"/>
            <a:r>
              <a:rPr lang="en-US" sz="1600" dirty="0" err="1"/>
              <a:t>LibrarySystem</a:t>
            </a:r>
            <a:r>
              <a:rPr lang="en-US" dirty="0"/>
              <a:t> → Controls program flow and menu operations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4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Sample Outputs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Adding Books:</a:t>
            </a:r>
            <a:endParaRPr lang="en-US" dirty="0"/>
          </a:p>
          <a:p>
            <a:r>
              <a:rPr lang="en-US" dirty="0"/>
              <a:t>Enter book title: Data Structures</a:t>
            </a:r>
          </a:p>
          <a:p>
            <a:r>
              <a:rPr lang="en-US" dirty="0"/>
              <a:t>Enter author: </a:t>
            </a:r>
            <a:r>
              <a:rPr lang="en-US" dirty="0" err="1"/>
              <a:t>Mzwaa</a:t>
            </a:r>
            <a:endParaRPr lang="en-US" dirty="0"/>
          </a:p>
          <a:p>
            <a:r>
              <a:rPr lang="en-US" dirty="0"/>
              <a:t>Book added successfully.</a:t>
            </a:r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27906"/>
            <a:ext cx="5257800" cy="413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9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Borrowing Book:</a:t>
            </a:r>
            <a:endParaRPr lang="en-US" dirty="0"/>
          </a:p>
          <a:p>
            <a:r>
              <a:rPr lang="en-US" dirty="0"/>
              <a:t>Enter your User ID: 202321287</a:t>
            </a:r>
          </a:p>
          <a:p>
            <a:r>
              <a:rPr lang="en-US" dirty="0"/>
              <a:t>Enter book title: Data Structures</a:t>
            </a:r>
          </a:p>
          <a:p>
            <a:r>
              <a:rPr lang="en-US" dirty="0"/>
              <a:t>Book borrowed successfully.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029" y="1147571"/>
            <a:ext cx="5119771" cy="443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0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Returning Book:</a:t>
            </a:r>
            <a:endParaRPr lang="en-US" dirty="0"/>
          </a:p>
          <a:p>
            <a:r>
              <a:rPr lang="en-US" dirty="0"/>
              <a:t>Enter your User ID: 202321287</a:t>
            </a:r>
          </a:p>
          <a:p>
            <a:r>
              <a:rPr lang="en-US" dirty="0"/>
              <a:t>Enter book title: Data Structures</a:t>
            </a:r>
          </a:p>
          <a:p>
            <a:r>
              <a:rPr lang="en-US" dirty="0"/>
              <a:t>Book returned successfully.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27906"/>
            <a:ext cx="5257800" cy="455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6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Search Books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/>
              <a:t>Enter book title to search: Data Structures</a:t>
            </a:r>
          </a:p>
          <a:p>
            <a:r>
              <a:rPr lang="en-US" dirty="0"/>
              <a:t>Book found – Title: Data Structures | Author: </a:t>
            </a:r>
            <a:r>
              <a:rPr lang="en-US" dirty="0" err="1"/>
              <a:t>Mzwaa</a:t>
            </a:r>
            <a:r>
              <a:rPr lang="en-US" dirty="0"/>
              <a:t> | Available: </a:t>
            </a:r>
            <a:r>
              <a:rPr lang="en-US" dirty="0" smtClean="0"/>
              <a:t>Yes</a:t>
            </a:r>
          </a:p>
          <a:p>
            <a:endParaRPr lang="en-US" dirty="0" smtClean="0"/>
          </a:p>
          <a:p>
            <a:r>
              <a:rPr lang="en-US" dirty="0" smtClean="0"/>
              <a:t>Enter </a:t>
            </a:r>
            <a:r>
              <a:rPr lang="en-US" dirty="0"/>
              <a:t>book title to search: C++</a:t>
            </a:r>
          </a:p>
          <a:p>
            <a:r>
              <a:rPr lang="en-US" dirty="0"/>
              <a:t>Book not found.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034" y="3272489"/>
            <a:ext cx="5854198" cy="33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34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Library books</a:t>
            </a:r>
            <a:r>
              <a:rPr lang="en-US" b="1" dirty="0" smtClean="0"/>
              <a:t>:</a:t>
            </a:r>
            <a:endParaRPr lang="en-US" dirty="0"/>
          </a:p>
          <a:p>
            <a:r>
              <a:rPr lang="en-US" dirty="0"/>
              <a:t>--- Library Books ---</a:t>
            </a:r>
          </a:p>
          <a:p>
            <a:r>
              <a:rPr lang="en-US" dirty="0"/>
              <a:t>Title: Data Structures | Author: </a:t>
            </a:r>
            <a:r>
              <a:rPr lang="en-US" dirty="0" err="1"/>
              <a:t>Mzwaa</a:t>
            </a:r>
            <a:r>
              <a:rPr lang="en-US" dirty="0"/>
              <a:t> | Available: </a:t>
            </a:r>
            <a:r>
              <a:rPr lang="en-US" dirty="0" smtClean="0"/>
              <a:t>Yes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50" y="3231650"/>
            <a:ext cx="7523413" cy="308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70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Transaction History:</a:t>
            </a:r>
            <a:endParaRPr lang="en-US" dirty="0"/>
          </a:p>
          <a:p>
            <a:r>
              <a:rPr lang="en-US" dirty="0"/>
              <a:t>--- Transaction History ---</a:t>
            </a:r>
          </a:p>
          <a:p>
            <a:r>
              <a:rPr lang="en-US" dirty="0"/>
              <a:t>User: 202321287 | Book: Data Structures | Action: Borrowed</a:t>
            </a:r>
          </a:p>
          <a:p>
            <a:r>
              <a:rPr lang="en-US" dirty="0"/>
              <a:t>User: 202321287 | Book: Data Structures | Action: </a:t>
            </a:r>
            <a:r>
              <a:rPr lang="en-US" dirty="0" smtClean="0"/>
              <a:t>Returned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817" y="3832643"/>
            <a:ext cx="6142455" cy="257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60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Data Structure Justification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7472840"/>
              </p:ext>
            </p:extLst>
          </p:nvPr>
        </p:nvGraphicFramePr>
        <p:xfrm>
          <a:off x="962525" y="1876926"/>
          <a:ext cx="9432758" cy="4138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16379">
                  <a:extLst>
                    <a:ext uri="{9D8B030D-6E8A-4147-A177-3AD203B41FA5}">
                      <a16:colId xmlns:a16="http://schemas.microsoft.com/office/drawing/2014/main" val="147757365"/>
                    </a:ext>
                  </a:extLst>
                </a:gridCol>
                <a:gridCol w="4716379">
                  <a:extLst>
                    <a:ext uri="{9D8B030D-6E8A-4147-A177-3AD203B41FA5}">
                      <a16:colId xmlns:a16="http://schemas.microsoft.com/office/drawing/2014/main" val="79491657"/>
                    </a:ext>
                  </a:extLst>
                </a:gridCol>
              </a:tblGrid>
              <a:tr h="8277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 Structure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Justification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276496"/>
                  </a:ext>
                </a:extLst>
              </a:tr>
              <a:tr h="8277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Efficient organization and traversal of books.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4578094"/>
                  </a:ext>
                </a:extLst>
              </a:tr>
              <a:tr h="8277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Hash Table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Fast access by book title (O(1) average).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7764566"/>
                  </a:ext>
                </a:extLst>
              </a:tr>
              <a:tr h="8277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Queue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Fair handling of waiting lists.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72149045"/>
                  </a:ext>
                </a:extLst>
              </a:tr>
              <a:tr h="8277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Linked List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Dynamic, simple storage of transaction logs.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7418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548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Managing multiple data structures together efficiently.</a:t>
            </a:r>
          </a:p>
          <a:p>
            <a:pPr lvl="0"/>
            <a:r>
              <a:rPr lang="en-US" dirty="0"/>
              <a:t>Avoiding STL containers while maintaining performance.</a:t>
            </a:r>
          </a:p>
          <a:p>
            <a:pPr lvl="0"/>
            <a:r>
              <a:rPr lang="en-US" dirty="0"/>
              <a:t>Implementing proper memory management for all nodes.</a:t>
            </a:r>
          </a:p>
        </p:txBody>
      </p:sp>
    </p:spTree>
    <p:extLst>
      <p:ext uri="{BB962C8B-B14F-4D97-AF65-F5344CB8AC3E}">
        <p14:creationId xmlns:p14="http://schemas.microsoft.com/office/powerpoint/2010/main" val="3365477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NUL Smart Library System successfully demonstrates the application of fundamental data structures to solve real-world problems.</a:t>
            </a:r>
            <a:br>
              <a:rPr lang="en-US" dirty="0"/>
            </a:br>
            <a:r>
              <a:rPr lang="en-US" dirty="0"/>
              <a:t>The integration of BSTs, Hash Tables, Queues, and Linked</a:t>
            </a:r>
            <a:r>
              <a:rPr lang="en-US" b="1" dirty="0"/>
              <a:t> </a:t>
            </a:r>
            <a:r>
              <a:rPr lang="en-US" dirty="0"/>
              <a:t>Lists results in a simple yet powerful system capable of handling core library management operations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427575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Replace BST with AVL Tree for automatic balancing.</a:t>
            </a:r>
          </a:p>
          <a:p>
            <a:pPr lvl="0"/>
            <a:r>
              <a:rPr lang="en-US" dirty="0"/>
              <a:t>Add file handling to save and load library data.</a:t>
            </a:r>
          </a:p>
          <a:p>
            <a:pPr lvl="0"/>
            <a:r>
              <a:rPr lang="en-US" dirty="0"/>
              <a:t>Build a GUI version using C++ graphics.</a:t>
            </a:r>
          </a:p>
          <a:p>
            <a:pPr lvl="0"/>
            <a:r>
              <a:rPr lang="en-US" dirty="0"/>
              <a:t>Add user authentication for security.</a:t>
            </a:r>
          </a:p>
        </p:txBody>
      </p:sp>
    </p:spTree>
    <p:extLst>
      <p:ext uri="{BB962C8B-B14F-4D97-AF65-F5344CB8AC3E}">
        <p14:creationId xmlns:p14="http://schemas.microsoft.com/office/powerpoint/2010/main" val="331653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550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Office Theme</vt:lpstr>
      <vt:lpstr>REPORT AND PRESENTATION </vt:lpstr>
      <vt:lpstr>TITLE</vt:lpstr>
      <vt:lpstr>Abstract</vt:lpstr>
      <vt:lpstr>Objectives</vt:lpstr>
      <vt:lpstr>System Features</vt:lpstr>
      <vt:lpstr>System Design</vt:lpstr>
      <vt:lpstr>Implementation Summary</vt:lpstr>
      <vt:lpstr>Sample Outputs</vt:lpstr>
      <vt:lpstr>Cont…</vt:lpstr>
      <vt:lpstr>Cont…</vt:lpstr>
      <vt:lpstr>Cont…</vt:lpstr>
      <vt:lpstr>Cont…</vt:lpstr>
      <vt:lpstr>Cont…</vt:lpstr>
      <vt:lpstr>Data Structure Justification</vt:lpstr>
      <vt:lpstr>Challenges</vt:lpstr>
      <vt:lpstr>Conclusion</vt:lpstr>
      <vt:lpstr>Future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AND PRESENTATION</dc:title>
  <dc:creator>braintechholdings@gmail.com</dc:creator>
  <cp:lastModifiedBy>braintechholdings@gmail.com</cp:lastModifiedBy>
  <cp:revision>3</cp:revision>
  <dcterms:created xsi:type="dcterms:W3CDTF">2025-11-13T08:27:47Z</dcterms:created>
  <dcterms:modified xsi:type="dcterms:W3CDTF">2025-11-13T08:39:33Z</dcterms:modified>
</cp:coreProperties>
</file>